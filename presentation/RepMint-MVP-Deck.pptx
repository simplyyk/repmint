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45s. Hook: ask who has filmed their own set to check form. 'We built the coach that watches instead.' One-breath team intro, then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60s. The pain is concrete: coaching is expensive, mirrors cost 2000 euros, and every app is blind — it trusts whatever you type. Bad form means plateaus and dropouts. The moment of pain: mid-set, no one watching, 'was that rep even right?'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10s beat. Say the line, pause two seconds, click. This is the pivot from problem to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60s. Walk N-A-B-C clockwise. Land the competition line hard: apps are blind, mirrors are expensive, trainers don't scale — we are the only one that is camera-native AND software-only.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50s. Real personas from our UX sprint. One line each: Mateo wants efficiency, Priya wants safety and privacy, Lukas wants accountability. Every feature in the demo maps back to one of these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45s. The jump start: we didn't spend three weeks on slides. See-Think-Feel arc. Point at the proof strip: forty-plus deployments, eleven migrations — this is a real product, and you can open it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60s. Five verbs: sees, speaks, thinks, connects, protects. The AI is NOT decorative (professor's canvas question 4): without the vision model there is no product — a form can't count your reps.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hands off with exactly this line; SPEAKER 3 walks to the demo machine while it's on screen. 5 seconds, then the run-of-show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— 3.5 min LIVE DEMO. Backup video ready on desktop. Order: train flow first (biggest wow), then AI workout builder, then coach chat grounded answer, then competitions leaderboard. If wifi dies: switch to backup video without commentary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— 60s. Business logic: free tier demonstrates magic instantly (camera counts your reps in 30 seconds), premium unlocks the brain and the voice. Unit economics: pose runs on the user's device = zero inference cost for the core loop; AI calls cost cents. Social layer is the acquisition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— 45s. One architectural idea to remember: the heavy AI (vision) runs on the USER'S device — that's what makes it private AND free to scale. The cloud only does what must be shared: data, auth, and language models. Every table has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(or 5) — 45s. This is the professor's 'Reliability, Risk and Controls' block, answered concretely. Pick two rows to say out loud (hallucinated exercises + runaway voice) and let them read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(or 5) — 40s. Close on the professor's own principle: a smaller working MVP with evidence beats an ambitious fake demo. Ours works — you just watched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— 10s. 'We're Team RepMint. Scan it, train with it, ask us anything.' Stand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k/Desktop/RepMint AI Personal Trainer/presentation/assets/title-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0A0D10">
              <a:alpha val="4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D10">
              <a:alpha val="1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6400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B7FF3C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749808"/>
            <a:ext cx="338328" cy="3383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640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RepMint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640080" y="187452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trainer,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 your camera.</a:t>
            </a:r>
            <a:endParaRPr lang="en-US" sz="4200" dirty="0"/>
          </a:p>
        </p:txBody>
      </p:sp>
      <p:sp>
        <p:nvSpPr>
          <p:cNvPr id="9" name="Text 5"/>
          <p:cNvSpPr/>
          <p:nvPr/>
        </p:nvSpPr>
        <p:spPr>
          <a:xfrm>
            <a:off x="658368" y="3611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9D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rep counting, spoken coaching, AI plans — nothing but a phone.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58368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MVP CHALLENGE · TEAM REPMINT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alone is guesswork.</a:t>
            </a:r>
            <a:endParaRPr lang="en-US" sz="3200" dirty="0"/>
          </a:p>
        </p:txBody>
      </p:sp>
      <p:pic>
        <p:nvPicPr>
          <p:cNvPr id="4" name="Image 0" descr="/Users/yk/Desktop/RepMint AI Personal Trainer/presentation/assets/problem-sol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45920"/>
            <a:ext cx="25146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645920"/>
            <a:ext cx="2514600" cy="2926080"/>
          </a:xfrm>
          <a:prstGeom prst="rect">
            <a:avLst/>
          </a:prstGeom>
          <a:solidFill>
            <a:srgbClr val="0A0D10">
              <a:alpha val="1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502920" y="164592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71907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€50–80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240280" y="1719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personal-training session — out of reach for most students and young professionals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65176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272491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 5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240280" y="272491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gym-goers train with no feedback at all: no rep quality, no form check, no plan logic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37307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240280" y="37307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apps that can actually SEE you — they log what you type, not what you do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k/Desktop/RepMint AI Personal Trainer/presentation/assets/nobody-watch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D10">
              <a:alpha val="3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1737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7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watching.</a:t>
            </a:r>
            <a:endParaRPr lang="en-US" sz="4700" dirty="0"/>
          </a:p>
        </p:txBody>
      </p:sp>
      <p:sp>
        <p:nvSpPr>
          <p:cNvPr id="5" name="Text 2"/>
          <p:cNvSpPr/>
          <p:nvPr/>
        </p:nvSpPr>
        <p:spPr>
          <a:xfrm>
            <a:off x="658368" y="3520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form is the first thing that breaks.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NABC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· Approach · Benefits · Competition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Affordable, real-time form guidance for people who train without a coach — feedback in the set, not after it.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5544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682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0116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33-point pose AI runs on-device in the browser. Honest rep counting, spoken cues, AI plans, and social accountability — no hardware, no install.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2826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36118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coach that sees, speaks, plans, and remembers — for the price of a coffee, not a PT. Video never leaves the phone.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2826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36118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Freeletics &amp; Fitbod plan but can't see you. Tempo/Tonal mirrors see you for €2,000+ of hardware. PTs see you but don't scale. We're the only camera-native software coach.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people, one missing coach.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yk/Desktop/RepMint AI Personal Trainer/presentation/assets/persona-mate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664208"/>
            <a:ext cx="2414016" cy="1051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Mateo, 26 — the optimizer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9224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Trains in fixed 45–75 min windows between classes. Abandons anything with more than two decisions.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9224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duration on everything, a sanctioned 20-min short version, week-over-week data.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319272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yk/Desktop/RepMint AI Personal Trainer/presentation/assets/persona-priy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29000" y="1664208"/>
            <a:ext cx="2414016" cy="1051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65576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22 — the home beginner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346557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 room, no equipment, would never build a workout from a blank screen. Afraid of doing it wrong.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465576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Ready-made room workouts, plain-language cues, on-device camera privacy, 'you did it right' feedback.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135624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mage 2" descr="/Users/yk/Desktop/RepMint AI Personal Trainer/presentation/assets/persona-luka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45352" y="1664208"/>
            <a:ext cx="2414016" cy="10515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81928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Lukas, 29 — the streak-keeper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281928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Ex-athlete, checks his streak every morning. Busy weeks kill momentum and the habit with it.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628192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legit 15-min minimum session, one calendar for everything, weekly competitions with friends.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 START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to deployed product in three weeks.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— See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engine: 33-landmark pose tracking in the browser, honest rep counting, per-rep quality scoring, 115-exercise registry with per-movement form checks.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— Think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02152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platform: AI weekly plans + one-off day workouts, coach chat with long-term memory, history, insights, workout builder — Supabase backend with RLS on every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35624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— Feel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8504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voice coaching, community (friends, shared workouts, weekly competitions), design system, hardening pass — deployed on Vercel.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114800"/>
            <a:ext cx="8174736" cy="566928"/>
          </a:xfrm>
          <a:prstGeom prst="roundRect">
            <a:avLst>
              <a:gd name="adj" fmla="val 1290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9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Shipped: </a:t>
            </a:r>
            <a:pPr indent="0" marL="0"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 production deployments · 13 database migrations · 115 exercises with custom AI-illustrated muscle maps · live at repmint.vercel.app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coach. Five superpowers.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37360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6424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sees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04088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pose AI at 30fps. Only full range-of-motion reps count — half-reps don't fool it. Depth, tempo, time-under-tension, velocity-loss fatigue.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319272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737360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22776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speaks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3520440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natural realtime voice in your ear during the set: one cue at a time, human trainer energy, ~300ms latency. Silent when it should be.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135624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3736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39128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thinks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336792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weekly plans around your real life, one-off day workouts on demand, and a chat coach grounded in your actual training data.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02920" y="3200400"/>
            <a:ext cx="4041648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383280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06424" y="334670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connects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704088" y="3730752"/>
            <a:ext cx="3630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Friends, shared workouts, and week-long competitions on reps, sets, sessions, or minutes — accountability built in.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727448" y="3200400"/>
            <a:ext cx="4041648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383280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30952" y="334670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928616" y="3730752"/>
            <a:ext cx="3630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never leaves the device. Pose runs in the browser; only your numbers sync. Privacy is architecture, not a policy page.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k/Desktop/RepMint AI Personal Trainer/presentation/assets/enough-sli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D10">
              <a:alpha val="3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1737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7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Enough slides.</a:t>
            </a:r>
            <a:endParaRPr lang="en-US" sz="4700" dirty="0"/>
          </a:p>
        </p:txBody>
      </p:sp>
      <p:sp>
        <p:nvSpPr>
          <p:cNvPr id="5" name="Text 2"/>
          <p:cNvSpPr/>
          <p:nvPr/>
        </p:nvSpPr>
        <p:spPr>
          <a:xfrm>
            <a:off x="658368" y="3520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repmint.vercel.app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count. Hear it coach.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074920" cy="3063240"/>
          </a:xfrm>
          <a:prstGeom prst="roundRect">
            <a:avLst>
              <a:gd name="adj" fmla="val 238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70432" y="1737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 the phone, raise a hand — 3·2·1, the set starts hands-free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322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70432" y="230428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Squats live on stage: honest reps, depth %, one spoken cue at a time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70432" y="2871216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AI for a workout: "chest and triceps, 30 minutes" — saved in seconds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70432" y="34381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chat: "did the pause trick work?" — answers from real session 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70432" y="400507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Community: live leaderboard in this week's competition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0" y="1554480"/>
            <a:ext cx="2788920" cy="3063240"/>
          </a:xfrm>
          <a:prstGeom prst="roundRect">
            <a:avLst>
              <a:gd name="adj" fmla="val 262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6" name="Image 0" descr="/Users/yk/Desktop/RepMint AI Personal Trainer/presentation/assets/demo-set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691640"/>
            <a:ext cx="2514600" cy="141732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218688"/>
            <a:ext cx="914400" cy="9144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50608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&amp; open 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during Q&amp;A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989320" y="42245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repmint.vercel.app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 that scales like software.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19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Freemium, camera-first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6829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coach, rep counting, starter workouts — the hook that shows the magic in 30 seconds.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944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€9.99/mo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0954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plans &amp; day workouts, realtime voice, insights &amp; load trends, competitions.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· B2B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05079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for gym chains and university sports programs — every member gets a coach.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0" y="1554480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164592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37960" y="164592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app market, growing double-digit annually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0" y="2624328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271576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~€0.05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37960" y="2715768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AI cost per active training day — 99% gross margin on €9.99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46320" y="3694176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378561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K-factor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37960" y="3785616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competitions require friends — the product invites for us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where it matters, light everywhere else.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743200" cy="3017520"/>
          </a:xfrm>
          <a:prstGeom prst="roundRect">
            <a:avLst>
              <a:gd name="adj" fmla="val 2667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755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/ browser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static app (Vercel CDN)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31520" y="267919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pose — 33 landmarks, 30fps, fully on-device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314553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 engine + form scoring (deterministic logic)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31520" y="361188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audio ← realtime voice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NEVER uploaded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611880" y="1600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78308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7556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840480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+ row-level security on every table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840480" y="277977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(email + magic link)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840480" y="334670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functions: ai-coach, generate-plan, tts, realtime-token…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840480" y="39136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numbers &amp; text stored — never media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537960" y="1600200"/>
            <a:ext cx="2103120" cy="3017520"/>
          </a:xfrm>
          <a:prstGeom prst="roundRect">
            <a:avLst>
              <a:gd name="adj" fmla="val 3478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78308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3232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providers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6766560" y="22128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→ any LLM (user-selectable model)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766560" y="277977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fallback chain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6766560" y="33467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Realtime — voice over WebRTC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6766560" y="391363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live server-side only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3246120" y="3063240"/>
            <a:ext cx="365760" cy="0"/>
          </a:xfrm>
          <a:prstGeom prst="line">
            <a:avLst/>
          </a:prstGeom>
          <a:noFill/>
          <a:ln w="28575">
            <a:solidFill>
              <a:srgbClr val="B7FF3C"/>
            </a:solidFill>
            <a:prstDash val="solid"/>
            <a:headEnd type="triangle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217920" y="3063240"/>
            <a:ext cx="320040" cy="0"/>
          </a:xfrm>
          <a:prstGeom prst="line">
            <a:avLst/>
          </a:prstGeom>
          <a:noFill/>
          <a:ln w="28575">
            <a:solidFill>
              <a:srgbClr val="B7FF3C"/>
            </a:solidFill>
            <a:prstDash val="solid"/>
            <a:headEnd type="triangle"/>
            <a:tailEnd type="triangle"/>
          </a:ln>
        </p:spPr>
      </p:sp>
      <p:sp>
        <p:nvSpPr>
          <p:cNvPr id="28" name="Text 23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 &amp; CONTROLS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trusted, not just demoed.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636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exercises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563624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validate against a 115-slug allowlist — the model cannot invent a movement; outputs are clamped and re-asked once on invalid JSON.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157984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128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outages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2212848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call has a fallback chain: OpenRouter → Gemini; realtime voice → TTS → on-device speech. The workout never goes silent.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8620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leakage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8920" y="2862072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on every table; the leaderboard is a guarded aggregate function — raw sessions stay private even from friends.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45643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51129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Overreach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88920" y="3511296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declines off-topic and medical questions; 'coaching guidance, not medical advice' on every chat; claim-safe copy throughout.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105656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Runaway 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8920" y="416052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realtime agent physically cannot self-trigger: no microphone attached, turn-detection off, speaks only queued cues, session closes after the final line.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 &amp; CONCLUSIONS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and what we proved.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Wearables: Strava sync + heart-rate for effort-aware coaching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form video library + camera-position guides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marketplace: creators publish, athletes follow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pilots: gym chains &amp; university sport programs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companion for Apple Watch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794760" cy="3108960"/>
          </a:xfrm>
          <a:prstGeom prst="roundRect">
            <a:avLst>
              <a:gd name="adj" fmla="val 235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74920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proved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4920" y="2084832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necessary here, not decorative — no camera, no product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loop works today: see → coach → plan → remember → compete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Deployed, secured, and demo-able by anyone in this room right now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smaller working MVP with evidence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an ambitious fake demo.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k/Desktop/RepMint AI Personal Trainer/presentation/assets/clos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D10">
              <a:alpha val="4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054096" y="7772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B7FF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886968"/>
            <a:ext cx="338328" cy="3383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703320" y="777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RepMint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guessing. Start counting.</a:t>
            </a:r>
            <a:endParaRPr lang="en-US" sz="3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606040"/>
            <a:ext cx="1463040" cy="1463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repmint.vercel.app   ·   github.com/simplyYK/repmint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RepMint — AI MVP Challenge</dc:title>
  <dc:subject>PptxGenJS Presentation</dc:subject>
  <dc:creator>Team RepMint</dc:creator>
  <cp:lastModifiedBy>Team RepMint</cp:lastModifiedBy>
  <cp:revision>1</cp:revision>
  <dcterms:created xsi:type="dcterms:W3CDTF">2026-07-09T19:41:48Z</dcterms:created>
  <dcterms:modified xsi:type="dcterms:W3CDTF">2026-07-09T19:41:48Z</dcterms:modified>
</cp:coreProperties>
</file>